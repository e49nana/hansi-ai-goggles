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HANSI ZOE</a:t>
            </a:r>
            <a:endParaRPr lang="en-US" sz="5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GOGGLES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AI-Powered Smart Goggles with ESP32-S3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Inspired by Hange Zoe from Attack on Titan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  |  TH Nurnberg (B-AMP)  |  AlgoSphere Quant  |  ExMachina Labs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29184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Smartphones break immersion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glasses cost $300-1500+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open-source DIY option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wearables lack AI integration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329184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goggles for ~150 EUR total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vision, translation, voice assistant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 prism display in field of view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Open-source, hackable, extensible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Build AI-powered smart goggles that combine computer vision, NLP, and AR — for under 200 EUR.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65760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GOGGLES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@ 240MHz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OV2640 Camera (VGA)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PDM Microphone 16kHz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NimBLE GATT Server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 + Ring Buffer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Sleep: 14uA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51760" cy="365760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265176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051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55448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Bluetooth API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STT Pipeline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Router (multi-provider)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 Engine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Memory (256d vectors)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 Compositor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651760" cy="365760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05840"/>
            <a:ext cx="2651760" cy="4114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051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CLOUD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155448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Vision + Mini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Llama 3.3 (free)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Embeddings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Transcription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TTS Nova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2560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2560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AI MODES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658368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73152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51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0515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object &amp; text identification via GPT-4o Vision. OCR, technical component ID, navigation.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8046720" cy="658368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83080"/>
            <a:ext cx="73152" cy="6583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28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BABEL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18288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translation: 12+ languages. OCR image text, voice translation, manual input. Auto TTS output.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8046720" cy="658368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560320"/>
            <a:ext cx="73152" cy="65836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06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TITAN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26060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conversational AI with RAG memory. Recalls past observations. Push-to-talk or hands-free.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8046720" cy="658368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337560"/>
            <a:ext cx="73152" cy="65836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83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SURVEY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11680" y="33832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Life-logging camera. Auto-captures and AI-describes scenes every 10s. Searchable memory archive.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8046720" cy="658368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114800"/>
            <a:ext cx="73152" cy="65836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160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D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COMBAT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11680" y="41605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mode with GPS waypoints, landmark detection, and spatial audio cues on the HUD.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38912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Frame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Uvex Flex Seal OTG Goggles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EUR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Seeed XIAO ESP32-S3 Sense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EUR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Display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LILYGO T-Glass V2 (126x126 AMOLED + Prism)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EUR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LiPo 3.7V 600-1000mAh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5-8 EUR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INMP441 Mic + MAX98357A Amp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EUR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BME280 + WS2812B LEDs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EUR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Silicone wires, JST, PCB proto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EUR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3D Print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PLA/PETG filament (FabLab)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0E0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EUR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3931920"/>
            <a:ext cx="3566160" cy="64008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0" y="3977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TOTAL: ~150-200 EUR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097280" cy="164592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80160"/>
            <a:ext cx="1097280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98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PDM 16kHz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ESP32-S3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08760" y="1280160"/>
            <a:ext cx="1097280" cy="164592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08760" y="1280160"/>
            <a:ext cx="1097280" cy="32004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298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Energy-based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0" y="1280160"/>
            <a:ext cx="1097280" cy="164592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0" y="1280160"/>
            <a:ext cx="109728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1298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 chunks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phone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977640" y="1280160"/>
            <a:ext cx="1097280" cy="164592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77640" y="1280160"/>
            <a:ext cx="1097280" cy="3200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3977640" y="1298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2336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212080" y="1280160"/>
            <a:ext cx="1097280" cy="164592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12080" y="1280160"/>
            <a:ext cx="1097280" cy="3200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1298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/ Claude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RAG context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46520" y="1280160"/>
            <a:ext cx="1097280" cy="164592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1280160"/>
            <a:ext cx="1097280" cy="32004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1298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Speech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OpenAI Nova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680960" y="1280160"/>
            <a:ext cx="1097280" cy="164592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80960" y="1280160"/>
            <a:ext cx="1097280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0" y="1298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2668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relay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T-Glass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337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latency: ~2-4 seconds  |  Push-to-Talk + Hands-Free VAD  |  3 voice modes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D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MEMORY SYSTEM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" y="4251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observation stored as 256-dim embedding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search for relevant context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 memories injected into LLM prompt (RAG)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did I see earlier?" queries work across sessions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685800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914400"/>
            <a:ext cx="54864" cy="685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60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C/C++, Arduino/ESP-IDF, NimBLE, LVGL, FreeRTOS, I2S PDM, ESP-Camera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8046720" cy="685800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719072"/>
            <a:ext cx="54864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64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03911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HTML5/JS, Web Bluetooth API, Web Audio, Web Speech API, IndexedDB, Canvas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523744"/>
            <a:ext cx="8046720" cy="685800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523744"/>
            <a:ext cx="54864" cy="6858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694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84378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Vision, Claude Sonnet, Groq Llama 3.3, Whisper STT, OpenAI Embeddings, TTS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328416"/>
            <a:ext cx="8046720" cy="685800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328416"/>
            <a:ext cx="54864" cy="6858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741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64845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ESP32-S3, OV2640, LILYGO T-Glass V2, AMOLED+Prism, BLE 5.0, LiPo power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133088"/>
            <a:ext cx="8046720" cy="685800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33088"/>
            <a:ext cx="54864" cy="68580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178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45312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PlatformIO, VS Code, FreeCAD, KiCad, Git/GitHub, Chrome DevTools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PHYSICAL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 Zoe Aesthetic — Attack on Titan Inspired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155448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070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FRAME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Uvex Flex Seal OTG safety goggles. Fits over prescription glasses. Matte black spray paint finish. Leather strap replacement for steampunk aesthetic.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840480" cy="155448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84048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070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 MOUNT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printed (PETG) bracket on right temple. Houses XIAO ESP32-S3 + battery. Snap-fit design for easy removal. Cable routing channels.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840480" cy="155448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017520"/>
            <a:ext cx="3840480" cy="3200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358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 PRISM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429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T-Glass V2 mounted on right temple arm, angled 15 deg inward. Prism projects 126x126 image into upper-right FOV. Adjustable angle bracket.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3840480" cy="155448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17520"/>
            <a:ext cx="3840480" cy="3200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0358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429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Amber-tinted LED accents (WS2812B). Brass rivets and buckles. Weathered leather straps. Engraved "ExMachina" logo.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560320" cy="164592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~150 EUR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Build Cost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005840"/>
            <a:ext cx="2560320" cy="164592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188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2-4s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Response Latency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2560320" cy="164592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188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3-4h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Battery Life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2560320" cy="164592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4864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Operation Modes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2926080"/>
            <a:ext cx="2560320" cy="164592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5D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8328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Languages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926080"/>
            <a:ext cx="2560320" cy="1645920"/>
          </a:xfrm>
          <a:prstGeom prst="rect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256d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21792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Memory Vectors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AI wearable built with passion, curiosity, and code.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github.com/[your-repo]/hansi-ai-goggles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Sola — TH Nurnberg B-AMP Program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AlgoSphere Quant | ExMachina Labs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you don't try, you'll never know." — Hange Zoe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Hansi Zoë AI Goggles — DIY Smart Goggles Project</dc:title>
  <dc:subject>PptxGenJS Presentation</dc:subject>
  <dc:creator>Sola — AlgoSphere Quant / ExMachina Labs</dc:creator>
  <cp:lastModifiedBy>Sola — AlgoSphere Quant / ExMachina Labs</cp:lastModifiedBy>
  <cp:revision>1</cp:revision>
  <dcterms:created xsi:type="dcterms:W3CDTF">2026-03-02T15:14:43Z</dcterms:created>
  <dcterms:modified xsi:type="dcterms:W3CDTF">2026-03-02T15:14:43Z</dcterms:modified>
</cp:coreProperties>
</file>